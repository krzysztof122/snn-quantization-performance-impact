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5100500-ABE9-4D3D-826D-1F8A5C447688}" type="datetimeFigureOut">
              <a:rPr lang="pl-PL" smtClean="0"/>
              <a:t>05.06.2026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5A505A25-1DD9-4662-A9C0-5385CECB64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0648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0500-ABE9-4D3D-826D-1F8A5C447688}" type="datetimeFigureOut">
              <a:rPr lang="pl-PL" smtClean="0"/>
              <a:t>05.06.2026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05A25-1DD9-4662-A9C0-5385CECB64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3618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5100500-ABE9-4D3D-826D-1F8A5C447688}" type="datetimeFigureOut">
              <a:rPr lang="pl-PL" smtClean="0"/>
              <a:t>05.06.2026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A505A25-1DD9-4662-A9C0-5385CECB64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43934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0500-ABE9-4D3D-826D-1F8A5C447688}" type="datetimeFigureOut">
              <a:rPr lang="pl-PL" smtClean="0"/>
              <a:t>05.06.2026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05A25-1DD9-4662-A9C0-5385CECB64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81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0500-ABE9-4D3D-826D-1F8A5C447688}" type="datetimeFigureOut">
              <a:rPr lang="pl-PL" smtClean="0"/>
              <a:t>05.06.2026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05A25-1DD9-4662-A9C0-5385CECB64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78379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0500-ABE9-4D3D-826D-1F8A5C447688}" type="datetimeFigureOut">
              <a:rPr lang="pl-PL" smtClean="0"/>
              <a:t>05.06.2026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05A25-1DD9-4662-A9C0-5385CECB64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1011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0500-ABE9-4D3D-826D-1F8A5C447688}" type="datetimeFigureOut">
              <a:rPr lang="pl-PL" smtClean="0"/>
              <a:t>05.06.2026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05A25-1DD9-4662-A9C0-5385CECB64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72729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0500-ABE9-4D3D-826D-1F8A5C447688}" type="datetimeFigureOut">
              <a:rPr lang="pl-PL" smtClean="0"/>
              <a:t>05.06.2026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05A25-1DD9-4662-A9C0-5385CECB64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71995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0500-ABE9-4D3D-826D-1F8A5C447688}" type="datetimeFigureOut">
              <a:rPr lang="pl-PL" smtClean="0"/>
              <a:t>05.06.2026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05A25-1DD9-4662-A9C0-5385CECB64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62081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0500-ABE9-4D3D-826D-1F8A5C447688}" type="datetimeFigureOut">
              <a:rPr lang="pl-PL" smtClean="0"/>
              <a:t>05.06.2026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05A25-1DD9-4662-A9C0-5385CECB64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85058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5100500-ABE9-4D3D-826D-1F8A5C447688}" type="datetimeFigureOut">
              <a:rPr lang="pl-PL" smtClean="0"/>
              <a:t>05.06.2026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A505A25-1DD9-4662-A9C0-5385CECB64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544608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5100500-ABE9-4D3D-826D-1F8A5C447688}" type="datetimeFigureOut">
              <a:rPr lang="pl-PL" smtClean="0"/>
              <a:t>05.06.2026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A505A25-1DD9-4662-A9C0-5385CECB6424}" type="slidenum">
              <a:rPr lang="pl-PL" smtClean="0"/>
              <a:t>‹#›</a:t>
            </a:fld>
            <a:endParaRPr lang="pl-PL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3983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5100500-ABE9-4D3D-826D-1F8A5C447688}" type="datetimeFigureOut">
              <a:rPr lang="pl-PL" smtClean="0"/>
              <a:t>05.06.2026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A505A25-1DD9-4662-A9C0-5385CECB64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98707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0500-ABE9-4D3D-826D-1F8A5C447688}" type="datetimeFigureOut">
              <a:rPr lang="pl-PL" smtClean="0"/>
              <a:t>05.06.2026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05A25-1DD9-4662-A9C0-5385CECB64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14696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0500-ABE9-4D3D-826D-1F8A5C447688}" type="datetimeFigureOut">
              <a:rPr lang="pl-PL" smtClean="0"/>
              <a:t>05.06.2026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05A25-1DD9-4662-A9C0-5385CECB64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97759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00500-ABE9-4D3D-826D-1F8A5C447688}" type="datetimeFigureOut">
              <a:rPr lang="pl-PL" smtClean="0"/>
              <a:t>05.06.2026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05A25-1DD9-4662-A9C0-5385CECB64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836742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5100500-ABE9-4D3D-826D-1F8A5C447688}" type="datetimeFigureOut">
              <a:rPr lang="pl-PL" smtClean="0"/>
              <a:t>05.06.2026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A505A25-1DD9-4662-A9C0-5385CECB64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51475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00500-ABE9-4D3D-826D-1F8A5C447688}" type="datetimeFigureOut">
              <a:rPr lang="pl-PL" smtClean="0"/>
              <a:t>05.06.2026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05A25-1DD9-4662-A9C0-5385CECB64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42938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AFC3ABC-D0DC-F7E8-D19B-1CF7454824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Wpływ kwantyzacji na wydajność i osiągi sieci neuronowych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89D870B-764F-489D-EC60-2847DEC936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Krzysztof Kowalik, Radosław Ciepał</a:t>
            </a:r>
          </a:p>
        </p:txBody>
      </p:sp>
    </p:spTree>
    <p:extLst>
      <p:ext uri="{BB962C8B-B14F-4D97-AF65-F5344CB8AC3E}">
        <p14:creationId xmlns:p14="http://schemas.microsoft.com/office/powerpoint/2010/main" val="244803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9791B1-54E8-C762-9CCF-7A32F415A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temat analizy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4A639DC-6BC3-7240-6D52-1CD8A8197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Naszym celem było porównanie osiągów sieci bez kwantyzacji oraz o różnych stopniach kwantyzacji wag dla całej sieci.</a:t>
            </a:r>
          </a:p>
        </p:txBody>
      </p:sp>
    </p:spTree>
    <p:extLst>
      <p:ext uri="{BB962C8B-B14F-4D97-AF65-F5344CB8AC3E}">
        <p14:creationId xmlns:p14="http://schemas.microsoft.com/office/powerpoint/2010/main" val="2680811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3791F-00FB-77EF-415B-E3FA63B20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2F3CE7F-ECB3-8D87-9B60-7EA70460D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temat analizy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940ED4E-6ED2-FDA3-D4E2-CCB7FCB2D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Naszym celem było porównanie osiągów sieci bez kwantyzacji oraz o różnych stopniach kwantyzacji wag dla całej sieci.</a:t>
            </a:r>
          </a:p>
          <a:p>
            <a:r>
              <a:rPr lang="pl-PL" dirty="0"/>
              <a:t>Analizie poddano 3 typy sieci:</a:t>
            </a:r>
          </a:p>
          <a:p>
            <a:pPr lvl="1"/>
            <a:r>
              <a:rPr lang="pl-PL" dirty="0"/>
              <a:t>Multi-</a:t>
            </a:r>
            <a:r>
              <a:rPr lang="pl-PL" dirty="0" err="1"/>
              <a:t>Layer</a:t>
            </a:r>
            <a:r>
              <a:rPr lang="pl-PL" dirty="0"/>
              <a:t> Perceptron (w 2 wersjach – większej i mniejszej)</a:t>
            </a:r>
          </a:p>
          <a:p>
            <a:pPr lvl="1"/>
            <a:r>
              <a:rPr lang="pl-PL" dirty="0"/>
              <a:t>CNN</a:t>
            </a:r>
          </a:p>
          <a:p>
            <a:pPr lvl="1"/>
            <a:r>
              <a:rPr lang="pl-PL" dirty="0" err="1"/>
              <a:t>Triganometric</a:t>
            </a:r>
            <a:r>
              <a:rPr lang="pl-PL" dirty="0"/>
              <a:t> </a:t>
            </a:r>
            <a:r>
              <a:rPr lang="pl-PL" dirty="0" err="1"/>
              <a:t>Regressor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436603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97DC8-2714-189E-D3B6-8A3BD9FE5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83CD57F-6DAC-0E50-4B21-F659E0B79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temat analizy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5A28C49-B2DB-AECB-5038-6CBB6264E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Naszym celem było porównanie osiągów sieci bez kwantyzacji oraz o różnych stopniach kwantyzacji wag dla całej sieci.</a:t>
            </a:r>
          </a:p>
          <a:p>
            <a:r>
              <a:rPr lang="pl-PL" dirty="0"/>
              <a:t>Analizie poddano 3 typy sieci:</a:t>
            </a:r>
          </a:p>
          <a:p>
            <a:pPr lvl="1"/>
            <a:r>
              <a:rPr lang="pl-PL" dirty="0"/>
              <a:t>Multi-</a:t>
            </a:r>
            <a:r>
              <a:rPr lang="pl-PL" dirty="0" err="1"/>
              <a:t>Layer</a:t>
            </a:r>
            <a:r>
              <a:rPr lang="pl-PL" dirty="0"/>
              <a:t> Perceptron (w 2 wersjach – większej i mniejszej)</a:t>
            </a:r>
          </a:p>
          <a:p>
            <a:pPr lvl="1"/>
            <a:r>
              <a:rPr lang="pl-PL" dirty="0"/>
              <a:t>CNN</a:t>
            </a:r>
          </a:p>
          <a:p>
            <a:pPr lvl="1"/>
            <a:r>
              <a:rPr lang="pl-PL" dirty="0" err="1"/>
              <a:t>Triganometric</a:t>
            </a:r>
            <a:r>
              <a:rPr lang="pl-PL" dirty="0"/>
              <a:t> </a:t>
            </a:r>
            <a:r>
              <a:rPr lang="pl-PL" dirty="0" err="1"/>
              <a:t>Regressor</a:t>
            </a:r>
            <a:endParaRPr lang="pl-PL" dirty="0"/>
          </a:p>
          <a:p>
            <a:r>
              <a:rPr lang="pl-PL" dirty="0"/>
              <a:t>Użyte typy kwantyzacji:</a:t>
            </a:r>
          </a:p>
          <a:p>
            <a:pPr lvl="1"/>
            <a:r>
              <a:rPr lang="pl-PL" dirty="0"/>
              <a:t>Bez kwantyzacji</a:t>
            </a:r>
          </a:p>
          <a:p>
            <a:pPr lvl="1"/>
            <a:r>
              <a:rPr lang="pl-PL" dirty="0"/>
              <a:t>INT8</a:t>
            </a:r>
          </a:p>
          <a:p>
            <a:pPr lvl="1"/>
            <a:r>
              <a:rPr lang="pl-PL" dirty="0"/>
              <a:t>FLOAT16</a:t>
            </a:r>
          </a:p>
          <a:p>
            <a:pPr marL="457200" lvl="1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829274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CF6CE-5DEC-B63E-C639-A505EA951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2FF66BC-59D7-60DA-66E2-9C9442749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Mierzone wielkości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9B40789-ADB4-47EB-03EA-D08D637BF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Zbadano efekty kwantyzacji:</a:t>
            </a:r>
          </a:p>
          <a:p>
            <a:pPr lvl="1"/>
            <a:r>
              <a:rPr lang="pl-PL" dirty="0"/>
              <a:t>Jak zmniejszył się rozmiar </a:t>
            </a:r>
            <a:r>
              <a:rPr lang="pl-PL" dirty="0" err="1"/>
              <a:t>kwantyzowanej</a:t>
            </a:r>
            <a:r>
              <a:rPr lang="pl-PL" dirty="0"/>
              <a:t> sieci? (w MB zajmowanych na </a:t>
            </a:r>
            <a:r>
              <a:rPr lang="pl-PL"/>
              <a:t>dysku)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32749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D75F7-98E5-A5C9-A4A9-85D8C354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D7821B4-8892-9A4E-8554-ED44832D8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Mierzone wielkości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6BDFDE6-7A70-C518-3306-ED80DECBC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Zbadano efekty kwantyzacji:</a:t>
            </a:r>
          </a:p>
          <a:p>
            <a:pPr lvl="1"/>
            <a:r>
              <a:rPr lang="pl-PL" dirty="0"/>
              <a:t>Jak zmniejszył się rozmiar </a:t>
            </a:r>
            <a:r>
              <a:rPr lang="pl-PL" dirty="0" err="1"/>
              <a:t>kwantyzowanej</a:t>
            </a:r>
            <a:r>
              <a:rPr lang="pl-PL" dirty="0"/>
              <a:t> sieci? (w MB zajmowanych na dysku)</a:t>
            </a:r>
          </a:p>
          <a:p>
            <a:pPr lvl="1"/>
            <a:r>
              <a:rPr lang="pl-PL" dirty="0"/>
              <a:t>Jak zmieniły się metryki jakości uzyskiwanych wyników?</a:t>
            </a:r>
          </a:p>
          <a:p>
            <a:pPr lvl="2"/>
            <a:r>
              <a:rPr lang="pl-PL" dirty="0" err="1"/>
              <a:t>Accuracy</a:t>
            </a:r>
            <a:endParaRPr lang="pl-PL" dirty="0"/>
          </a:p>
          <a:p>
            <a:pPr lvl="2"/>
            <a:r>
              <a:rPr lang="pl-PL" dirty="0"/>
              <a:t>Precision</a:t>
            </a:r>
          </a:p>
          <a:p>
            <a:pPr lvl="2"/>
            <a:r>
              <a:rPr lang="pl-PL" dirty="0" err="1"/>
              <a:t>Recall</a:t>
            </a:r>
            <a:endParaRPr lang="pl-PL" dirty="0"/>
          </a:p>
          <a:p>
            <a:pPr lvl="2"/>
            <a:r>
              <a:rPr lang="pl-PL" dirty="0"/>
              <a:t>F1 </a:t>
            </a:r>
            <a:r>
              <a:rPr lang="pl-PL" dirty="0" err="1"/>
              <a:t>Score</a:t>
            </a:r>
            <a:endParaRPr lang="pl-PL" dirty="0"/>
          </a:p>
          <a:p>
            <a:pPr marL="457200" lvl="1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221480356"/>
      </p:ext>
    </p:extLst>
  </p:cSld>
  <p:clrMapOvr>
    <a:masterClrMapping/>
  </p:clrMapOvr>
</p:sld>
</file>

<file path=ppt/theme/theme1.xml><?xml version="1.0" encoding="utf-8"?>
<a:theme xmlns:a="http://schemas.openxmlformats.org/drawingml/2006/main" name="Para">
  <a:themeElements>
    <a:clrScheme name="Para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Para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TM04033937[[fn=Para]]</Template>
  <TotalTime>7</TotalTime>
  <Words>174</Words>
  <Application>Microsoft Office PowerPoint</Application>
  <PresentationFormat>Panoramiczny</PresentationFormat>
  <Paragraphs>31</Paragraphs>
  <Slides>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9" baseType="lpstr">
      <vt:lpstr>Arial</vt:lpstr>
      <vt:lpstr>Century Gothic</vt:lpstr>
      <vt:lpstr>Para</vt:lpstr>
      <vt:lpstr>Wpływ kwantyzacji na wydajność i osiągi sieci neuronowych</vt:lpstr>
      <vt:lpstr>temat analizy</vt:lpstr>
      <vt:lpstr>temat analizy</vt:lpstr>
      <vt:lpstr>temat analizy</vt:lpstr>
      <vt:lpstr>Mierzone wielkości</vt:lpstr>
      <vt:lpstr>Mierzone wielkości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Radosław Ciepał</dc:creator>
  <cp:lastModifiedBy>Radosław Ciepał</cp:lastModifiedBy>
  <cp:revision>5</cp:revision>
  <dcterms:created xsi:type="dcterms:W3CDTF">2026-06-05T15:22:22Z</dcterms:created>
  <dcterms:modified xsi:type="dcterms:W3CDTF">2026-06-05T15:30:12Z</dcterms:modified>
</cp:coreProperties>
</file>